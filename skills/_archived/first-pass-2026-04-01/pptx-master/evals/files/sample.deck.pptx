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quarter is a turning point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6172200"/>
            <a:ext cx="108813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update •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cost is up 38% YoY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669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38%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583680" y="1920240"/>
            <a:ext cx="493776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Drivers: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Ticket volume +22%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Escalations +14%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New hires still ramping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172200"/>
            <a:ext cx="108813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Zendesk, Jan–Mar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can cut cost without slowing response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937760" cy="37490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560320"/>
            <a:ext cx="438912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quo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438912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Pay for peak staffing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Inconsistent triage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Escalations are manual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613855" y="1645920"/>
            <a:ext cx="4937760" cy="37490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88175" y="2560320"/>
            <a:ext cx="438912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88175" y="2560320"/>
            <a:ext cx="438912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Predictive staffing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Automated routing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Self-serve for top issues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can ship the fix in 6 weeks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05840" y="2377440"/>
            <a:ext cx="2468880" cy="1097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2377440"/>
            <a:ext cx="2468880" cy="1097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2377440"/>
            <a:ext cx="2468880" cy="10972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2377440"/>
            <a:ext cx="2011680" cy="1097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971800"/>
            <a:ext cx="10241280" cy="9144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slide-deck-designer</dc:creator>
  <cp:lastModifiedBy>slide-deck-designer</cp:lastModifiedBy>
  <cp:revision>1</cp:revision>
  <dcterms:created xsi:type="dcterms:W3CDTF">2026-02-18T06:41:02Z</dcterms:created>
  <dcterms:modified xsi:type="dcterms:W3CDTF">2026-02-18T06:41:02Z</dcterms:modified>
</cp:coreProperties>
</file>